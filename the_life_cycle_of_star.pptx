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11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38508" y="46163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rPr dirty="0"/>
              <a:t>Life Cycle of a 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0526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A star is born from a giant cloud of gas and dust called a nebula.</a:t>
            </a:r>
            <a:endParaRPr lang="en-US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Stars go through different stages, including protostar, main sequence, and red giant.</a:t>
            </a:r>
            <a:endParaRPr lang="en-US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Eventually, a star runs out of fuel and dies, often in a supernova explosion.</a:t>
            </a:r>
          </a:p>
        </p:txBody>
      </p:sp>
      <p:pic>
        <p:nvPicPr>
          <p:cNvPr id="4" name="Picture 3" descr="tmpj1sjjns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6039"/>
            <a:ext cx="3657600" cy="4234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4020" y="531772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rPr dirty="0"/>
              <a:t>Birth of a 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32302" y="1850106"/>
            <a:ext cx="45009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A star is born from a giant cloud of gas and dust called a nebula.</a:t>
            </a:r>
            <a:endParaRPr lang="en-US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The nebula collapses under its own gravity, causing the gas and dust to spin faster and faster.</a:t>
            </a:r>
            <a:endParaRPr lang="en-US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As the nebula collapses, it begins to flatten into a disk shape, with the star forming at the center.</a:t>
            </a:r>
          </a:p>
        </p:txBody>
      </p:sp>
      <p:pic>
        <p:nvPicPr>
          <p:cNvPr id="4" name="Picture 3" descr="tmpc09x46l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19" y="1597981"/>
            <a:ext cx="3657600" cy="45187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Main Stages of a Star's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4889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Protostar: The star forms from the collapse of the nebula and begins to spin faster and faster.</a:t>
            </a:r>
            <a:endParaRPr lang="en-US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Main Sequence: The star fuses hydrogen into helium in its core, releasing energy in the form of light and heat.</a:t>
            </a:r>
            <a:endParaRPr lang="en-US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Red Giant: The star runs out of hydrogen fuel and expands to become a red giant, fusing helium into heavier elements.</a:t>
            </a:r>
          </a:p>
        </p:txBody>
      </p:sp>
      <p:pic>
        <p:nvPicPr>
          <p:cNvPr id="4" name="Picture 3" descr="tmpzf1j84k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799"/>
            <a:ext cx="3657600" cy="40482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Death of a 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657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A star runs out of fuel and dies, often in a supernova explosion.</a:t>
            </a:r>
            <a:endParaRPr lang="en-US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The star's core collapses, causing a massive explosion that expels the star's outer layers into space.</a:t>
            </a:r>
            <a:endParaRPr lang="en-US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The remaining core can either collapse into a black hole or form a neutron star.</a:t>
            </a:r>
          </a:p>
        </p:txBody>
      </p:sp>
      <p:pic>
        <p:nvPicPr>
          <p:cNvPr id="1026" name="Picture 2" descr="Neutron Stars: The Dense Giants of the Universe">
            <a:extLst>
              <a:ext uri="{FF2B5EF4-FFF2-40B4-BE49-F238E27FC236}">
                <a16:creationId xmlns:a16="http://schemas.microsoft.com/office/drawing/2014/main" id="{2A87DD3E-BC35-4DF5-B396-92197DB57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617" y="1371600"/>
            <a:ext cx="3586579" cy="478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hg4zzh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743200"/>
          </a:xfrm>
          <a:prstGeom prst="rect">
            <a:avLst/>
          </a:prstGeom>
        </p:spPr>
      </p:pic>
      <p:pic>
        <p:nvPicPr>
          <p:cNvPr id="3" name="Picture 2" descr="tmphg4zzh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743200"/>
          </a:xfrm>
          <a:prstGeom prst="rect">
            <a:avLst/>
          </a:prstGeom>
        </p:spPr>
      </p:pic>
      <p:pic>
        <p:nvPicPr>
          <p:cNvPr id="4" name="Picture 3" descr="tmphg4zzh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743200"/>
          </a:xfrm>
          <a:prstGeom prst="rect">
            <a:avLst/>
          </a:prstGeom>
        </p:spPr>
      </p:pic>
      <p:pic>
        <p:nvPicPr>
          <p:cNvPr id="5" name="Picture 4" descr="tmphg4zzh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743200"/>
          </a:xfrm>
          <a:prstGeom prst="rect">
            <a:avLst/>
          </a:prstGeom>
        </p:spPr>
      </p:pic>
      <p:pic>
        <p:nvPicPr>
          <p:cNvPr id="6" name="Picture 5" descr="tmphg4zzh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743200"/>
          </a:xfrm>
          <a:prstGeom prst="rect">
            <a:avLst/>
          </a:prstGeom>
        </p:spPr>
      </p:pic>
      <p:pic>
        <p:nvPicPr>
          <p:cNvPr id="7" name="Picture 6" descr="tmphg4zzh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9150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07ACF3-4D2C-4755-A2ED-4DFC2D12094E}"/>
              </a:ext>
            </a:extLst>
          </p:cNvPr>
          <p:cNvSpPr txBox="1"/>
          <p:nvPr/>
        </p:nvSpPr>
        <p:spPr>
          <a:xfrm>
            <a:off x="914400" y="560625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rPr dirty="0"/>
              <a:t>Summary of the Life Cycle of a Star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997F0-604F-47A8-8F14-C95C72B79192}"/>
              </a:ext>
            </a:extLst>
          </p:cNvPr>
          <p:cNvSpPr txBox="1"/>
          <p:nvPr/>
        </p:nvSpPr>
        <p:spPr>
          <a:xfrm>
            <a:off x="701336" y="1931781"/>
            <a:ext cx="3870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A star is born from a giant cloud of gas and dust called a nebula.</a:t>
            </a:r>
          </a:p>
          <a:p>
            <a:pPr>
              <a:defRPr sz="1800"/>
            </a:pPr>
            <a:r>
              <a:rPr dirty="0"/>
              <a:t>It goes through different stages, including protostar, main sequence, and red giant.</a:t>
            </a:r>
          </a:p>
          <a:p>
            <a:pPr>
              <a:defRPr sz="1800"/>
            </a:pPr>
            <a:r>
              <a:rPr dirty="0"/>
              <a:t>Eventually, a star runs out of fuel and dies, often in a supernova explosion.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297</Words>
  <Application>Microsoft Office PowerPoint</Application>
  <PresentationFormat>On-screen Show (4:3)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Lakshmi Pravalika Ega</cp:lastModifiedBy>
  <cp:revision>2</cp:revision>
  <dcterms:created xsi:type="dcterms:W3CDTF">2013-01-27T09:14:16Z</dcterms:created>
  <dcterms:modified xsi:type="dcterms:W3CDTF">2026-04-05T17:44:01Z</dcterms:modified>
  <cp:category/>
</cp:coreProperties>
</file>